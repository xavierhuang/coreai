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everyone. Today we're talking about Core AI — Apple's new on-device inference runtime that ships with macOS 27. I want to give you a clear mental model of what it is, what it can and can't do today, and where this whole on-device AI thing is going. I built a small IDE that uses Core AI as one of 5 backends, so I'll demo some of this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AI is the runtime — it's the thing that actually executes the model. It's been engineered for the kinds of models we care about now: transformers, diffusion, speech. It uses the Neural Engine on M-series chips. Crucially: it ships WITH the OS, so any app on macOS 27 can use it without bundling a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trips up everyone. There are three layers and they get conflated. FoundationModels is Apple's house model — closed weights, pre-trained, baked into the OS. You don't choose what it is. Core AI is the RUNTIME — it doesn't include any model itself, it just runs models you give it. apple/coreai-models is the toolkit — Python recipes to convert open-source models from Hugging Face into the .aimodel format Core AI 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apps will use FoundationModels — one line of code, Apple's model answers. But when you want a SPECIFIC model — Whisper for transcription, a particular fine-tune, an open-source 7B for code — you go down a layer to Core AI and supply your own .aimodel.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what's exciting. You can ship an app that includes a real LLM and have it run on the user's M-series chip — no API key, no monthly bill, no server. The user's data never leaves their machine. And it's fast because Apple designed the silicon and the runtime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catalog is small today but growing. Apple's `coreai-models` repo has export recipes for the most popular open-source models in each category. You can also write your own recipe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DEMO. Walk through the picker. Show Claude answering a 'what's in my project' question (agentic, reads files). Switch to Apple Intelligence on-device — see how the smaller model behaves. Switch to Ollama qwen2.5-coder 1.5B for the tool-trained open-source baseline. Then switch to Core AI — show that it shows 'Requires macOS 27' because the runtime framework isn't on disk yet. The .aimodel file is there, ready, waiting.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the limitations. macOS 27 adoption will take a year+. App sizes are a real problem — try uploading a 5GB app to TestFlight (4GB cap). And the export pipeline assumes Python + PyTorch knowledge, which not every Swift dev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comparison slide. Core AI's advantage over Ollama is that the user doesn't need to install anything — the model is part of YOUR app. Its advantage over MLX is a higher-level API tuned for the agentic / chat use case. Its advantage over Core ML is that Core ML wasn't really designed for LLMs and you'd be fighting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You're trading distribution and dev complexity for runtime cost, privacy, and reliability. For consumer apps where each user is doing thousands of inferences, the math is great — you save on API costs and the user gets privacy. For enterprise where 10 users do 100 inferences a month, just hit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punchline. The trajectory of model capability per parameter is dropping fast — what used to need 175B parameters in the cloud now runs acceptably at 3-8B locally. That changes the economics of every app that has an LLM in it. Cloud APIs aren't going away, but the default is shifting.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PCC is the big one — Apple's verifiable cloud running a bigger model with the same privacy guarantees as on-device. The session API treats on-device and PCC interchangeably, so as a developer you can fall back to PCC for hard prompts and stay on-device for easy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realistic. Apple will not solve every on-device AI problem. If you need cross-platform, you'll still use Ollama or MLX or your own llama.cpp build. If you need fine-tuning, you'll do it in Python in the cloud and then export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advice. Most apps should reach for FoundationModels first — it's the cheapest integration and Apple maintains the model. Use Core AI when you have a specific reason. Always design for the case where it isn't available — your users on macOS 14 still exist for the next 2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recap: Core AI is the runtime, FoundationModels is the model, coreai-models is the bridge. Use them together for free, private, offline AI on Apple Silicon. The future is hybrid — most apps will mix on-device speed with PCC or cloud for the hard prompts.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>
                <a:solidFill>
                  <a:srgbClr val="ECEFF4"/>
                </a:solidFill>
                <a:latin typeface="Helvetica Neue"/>
              </a:rPr>
              <a:t>Core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Apple's on-device LLM runtime — what it does, what it doesn't, and where it's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A84FF"/>
                </a:solidFill>
                <a:latin typeface="Helvetica Neue"/>
              </a:rPr>
              <a:t>macOS 27 · iOS 27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What is Core 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Apple's runtime framework for running ML models on Apple Silicon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Purpose-built for transformers — KV cache, attention, streaming generation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Hardware-accelerated on the Apple Neural Engine (ANE) + Metal (GPU)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Ships with macOS 27 / iOS 27 — system framework, no install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Successor in spirit to Core ML for the LLM / diffusion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Three layers — don't confuse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8580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Layer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What it is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Closest non-Apple analogy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</a:tr>
              <a:tr h="68580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FoundationModels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Apple's pre-trained chat LLM (~3B), built INTO macOS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Gemini Nano on Android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68580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Core AI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The runtime that loads &amp; runs .aimodel files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Ollama / llama.cpp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68580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apple/coreai-models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Swift + Python toolkit to export OSS models to .aimodel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Hugging Face + converter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Helvetica Neue"/>
              </a:rPr>
              <a:t>FoundationModels = Apple's model.  Core AI = Apple's runtime for OTHER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Where Core AI fits in Apple's AI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737360"/>
            <a:ext cx="8503920" cy="685800"/>
          </a:xfrm>
          <a:prstGeom prst="rect">
            <a:avLst/>
          </a:prstGeom>
          <a:solidFill>
            <a:srgbClr val="14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ECEFF4"/>
                </a:solidFill>
                <a:latin typeface="Helvetica Neue"/>
              </a:rPr>
              <a:t>Your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496312"/>
            <a:ext cx="8503920" cy="685800"/>
          </a:xfrm>
          <a:prstGeom prst="rect">
            <a:avLst/>
          </a:prstGeom>
          <a:solidFill>
            <a:srgbClr val="1B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ECEFF4"/>
                </a:solidFill>
                <a:latin typeface="Helvetica Neue"/>
              </a:rPr>
              <a:t>FoundationModels (Apple's LLM API)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55264"/>
            <a:ext cx="8503920" cy="6858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ECEFF4"/>
                </a:solidFill>
                <a:latin typeface="Helvetica Neue"/>
              </a:rPr>
              <a:t>Core AI (runtime)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014216"/>
            <a:ext cx="8503920" cy="685800"/>
          </a:xfrm>
          <a:prstGeom prst="rect">
            <a:avLst/>
          </a:prstGeom>
          <a:solidFill>
            <a:srgbClr val="2C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9AA4B2"/>
                </a:solidFill>
                <a:latin typeface="Helvetica Neue"/>
              </a:rPr>
              <a:t>ANE + Metal (compute)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773168"/>
            <a:ext cx="8503920" cy="685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9AA4B2"/>
                </a:solidFill>
                <a:latin typeface="Helvetica Neue"/>
              </a:rPr>
              <a:t>Apple Silicon (M-series / A-series)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AA4B2"/>
                </a:solidFill>
                <a:latin typeface="Helvetica Neue"/>
              </a:rPr>
              <a:t>FoundationModels is the easy mode. Core AI is for everything else.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What Core AI can do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Run any model exported to .aimodel format — language, vision, speech, diffusion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Hardware-accelerated on ANE + Metal (orders of magnitude faster than CPU)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Bundle the model inside your .app — no external daemon, no install steps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Zero network egress — full privacy, works offline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Tool calling, structured output, image inputs (via the FoundationModels SDK layer)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KV cache management, streaming generation, batched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Models you can run through Core AI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Helvetica Neue"/>
              </a:rPr>
              <a:t>Language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435607" cy="29260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Llama 3.1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79" y="2194560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Mistral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5" y="219456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Qwen 2.5 /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9551" y="2194560"/>
            <a:ext cx="1316736" cy="29260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DeepSeek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79" y="219456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Phi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7847" y="21945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Gemma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Helvetica Neue"/>
              </a:rPr>
              <a:t>Diffusion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Stable Diffusion XL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10896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SD 1.5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4" y="31089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FLUX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Helvetica Neue"/>
              </a:rPr>
              <a:t>Speech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32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Whisper (speech)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72384" y="4023360"/>
            <a:ext cx="2029968" cy="292608"/>
          </a:xfrm>
          <a:prstGeom prst="roundRect">
            <a:avLst>
              <a:gd name="adj" fmla="val 50000"/>
            </a:avLst>
          </a:prstGeom>
          <a:solidFill>
            <a:srgbClr val="32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Distil-Whisper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Helvetica Neue"/>
              </a:rPr>
              <a:t>Vision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37760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FastViT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02536" y="4937760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DETR (object det.)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72584" y="493776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ECEFF4"/>
                </a:solidFill>
                <a:latin typeface="Helvetica Neue"/>
              </a:rPr>
              <a:t>Segment Anything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Helvetica Neue"/>
              </a:rPr>
              <a:t>If a PyTorch / Hugging Face model fits the export recipe, it runs.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SwiftUI IDE with 5 AI backends in a picker: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    Claude · Apple on-device · Apple PCC · Ollama · Core AI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Same prompt, same project context, different models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qwen3 0.6B exported to .aimodel (320 MB) ready to load — needs macOS 27 to actually run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Shows the forward-compat pattern: @available(macOS 27.0, *) gating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A84FF"/>
                </a:solidFill>
                <a:latin typeface="Helvetica Neue"/>
              </a:rPr>
              <a:t>github.com/&lt;you&gt;/ide   (placeholder)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What Core AI can't do —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Requires macOS 27 / iOS 27 — narrow install base at launch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You SHIP the model — app size balloons by 1–7 GB per model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Export pipeline is Python (uv + PyTorch) — not a pure Swift workflow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Apple-only — no Windows, no Linux, no Android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Small model catalog vs Ollama / Hugging Face (Apple's recipes only)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Tool calling on tiny models is unreliable — that's the model, not the runtime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No on-device fine-tuning, no LoRA adapters at runtime (yet)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Core AI vs other on-device runtimes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828800"/>
          <a:ext cx="11338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74765"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Core AI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Ollama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MLX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400" b="1">
                          <a:solidFill>
                            <a:srgbClr val="ECEFF4"/>
                          </a:solidFill>
                          <a:latin typeface="Helvetica Neue"/>
                        </a:rPr>
                        <a:t>Core ML</a:t>
                      </a:r>
                    </a:p>
                  </a:txBody>
                  <a:tcPr>
                    <a:solidFill>
                      <a:srgbClr val="0A84FF"/>
                    </a:solidFill>
                  </a:tcPr>
                </a:tc>
              </a:tr>
              <a:tr h="574765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Format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.aimodel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GGUF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MLX format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.mlmodel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74765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Architecture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In-app, ANE+Metal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Separate daemon, Metal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Library, Metal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In-app, ANE+Metal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74765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Platform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 only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Mac / Linux / Win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 only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Apple only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74765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LLM-optimized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Yes (KV cache, attention)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Yes (llama.cpp)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Limited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  <a:tr h="574765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Ships with model?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Bundle in .app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User installs separately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Bundle in .app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Bundle in .app</a:t>
                      </a:r>
                    </a:p>
                  </a:txBody>
                  <a:tcPr>
                    <a:solidFill>
                      <a:srgbClr val="141A22"/>
                    </a:solidFill>
                  </a:tcPr>
                </a:tc>
              </a:tr>
              <a:tr h="57477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Setup for user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Install Ollama + ollama pull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None (linked)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0">
                          <a:solidFill>
                            <a:srgbClr val="ECEFF4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The trade you make using Core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453A"/>
                </a:solidFill>
                <a:latin typeface="Helvetica Neue"/>
              </a:rPr>
              <a:t>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486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App size: +1–7 GB per bundled model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Memory: model in unified memory while loaded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Model updates = new app release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Python export pipeline before any Swift work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macOS 27+ users only at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2D74D"/>
                </a:solidFill>
                <a:latin typeface="Helvetica Neue"/>
              </a:rP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486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Per-inference cost: $0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Latency: no network round-trip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Privacy: data never leaves device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Offline: airplane mode, basement, oil rig — works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CEFF4"/>
                </a:solidFill>
                <a:latin typeface="Helvetica Neue"/>
              </a:rPr>
              <a:t>•  No API keys, no rate limits, no quota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Why this matters: the shift to on-device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2023: 'serious AI = OpenAI API call' (cloud-first era)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2024: Apple Intelligence, Gemini Nano, Llama on phones — on-device viable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2025: 7B open models perform comparably to GPT-4 from 2 years ago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2026 (now): Core AI ships — runtime + tooling finally Apple-supported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Implication: per-token billing models look fragile for high-volume consumer apps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Implication: privacy and offline shift from 'nice-to-have' to 'baseline'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What's next from Apple (and the SDK already hints at 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Private Cloud Compute — bigger Apple-hosted model with attested privacy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Image inputs and structured output already in macOS 27 SDK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Server-fallback patterns built into FoundationModels (LanguageModel protocol)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More efficient ANE every chip generation (M5 / A20+ era)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Broader .aimodel catalog as more recipes ship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Increasingly hybrid: small on-device for fast/private, PCC for hard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The gaps — what Apple won't fix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Cross-platform — Core AI is Apple-only by design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Open Apple model weights — unclear if/when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On-device training and fine-tuning — not the focus, inference only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App-developer fine-tuning APIs — distant; use LoRA elsewhere if you need this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App-size relief for huge models — bandwidth + storage is your problem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Smaller download bundles — Apple's not going to ship Llama in the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Practical advice for builders,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Default to FoundationModels for text — it's free and there's no model to ship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Use Core AI when you need a specific OSS model OR a task-specific small model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Build forward-compat: wrap usage in `@available(macOS 27.0, *)`, weak-link the framework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Don't bundle a 7B model unless you genuinely need it — app downloads die at 4 GB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For pure chat: also support a cloud fallback (Claude/OpenAI) for users who want quality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CEFF4"/>
                </a:solidFill>
                <a:latin typeface="Helvetica Neue"/>
              </a:rPr>
              <a:t>•  Watch Free RAM at runtime — small Macs evict models to CPU and inference goes 20× slower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CEFF4"/>
                </a:solidFill>
                <a:latin typeface="Helvetica Neue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Core AI = Apple's on-device LLM/diffusion/vision runtime, macOS 27+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FoundationModels rides on top — Apple's model, easy mode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apple/coreai-models = the bridge to open-source weights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Wins on privacy, cost, offline; loses on app size, ecosystem maturity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CEFF4"/>
                </a:solidFill>
                <a:latin typeface="Helvetica Neue"/>
              </a:rPr>
              <a:t>•  Hybrid (on-device + PCC + cloud) is where most real apps will 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84FF"/>
                </a:solidFill>
                <a:latin typeface="Helvetica Neue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Helvetica Neue"/>
              </a:rPr>
              <a:t>Core AI · Apple's on-device LLM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