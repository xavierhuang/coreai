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everyone. The question I want to answer is the one every developer is quietly asking: can I actually run useful AI on my Mac, instead of paying OpenAI every time? I'll show what works, what's painful, what's not happening — all from real testing on a 16 GB MacBook.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posts about on-device AI either say 'it's amazing' or 'it's useless'. Both are wrong. The truth depends on what task, what hardware, what model. Decision framework with actual data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devs don't realize all of these exist. I built a side-by-side comparison in a SwiftUI IDE with 5 of these behind a 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Apple Silicon shares one memory pool across CPU/GPU/ANE. So your laptop's total RAM is the hard ceiling for models you can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reviews test on 96 GB M3 Max. Reality is 16 GB is the median. At 16 GB you can run small models well, 7B with pain, 13B+ is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opportunity. Show the IDE, the picker, the same prompt going through Claude vs Apple vs Ollama.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Cliff at the bottom: deepseek 6.7B on 16 GB takes literally 3 minutes because it's running on CPU. Same model on a 32 GB Mac would be 5-10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completion is the sweet spot — small specialized models, low-latency, no per-token cost. Privacy is huge. Offline unlocks new app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Tonight: Apple Intelligence confidently made up filenames that don't exist when asked about my open project. Model isn't lying — too small to ground itself in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blog post leaves this out. Reviews benchmark on fresh boot with nothing else running. Reality: your machine is already chewing 12 GB before you open Ollama. Model gets demoted to CPU; interactive becomes walk-away.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Apple's contribution: integrated stack. FoundationModels for easy integration. PCC for when on-device isn't enough, with same privacy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 architecture for most consumer apps: FoundationModels as default, Ollama or Core AI as opt-in power-user backend, cloud fallback for hardest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16 GB: not for general chat, yes for specialized tasks. On 64 GB+: almost yes. Next 12-18 mo closes most of this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task to backend. Most apps end up with 2-3 backends. FoundationModels is the cheapest first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fast. Today's 'painful' on 16 GB will be smooth in 18 months — hardware (M5/M6, more RAM-per-dollar) + model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Hybrid is the realistic 2026 architecture. Small on-device + cloud/PCC for hard prompts. Don't trust 96 GB Mac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ECEFF4"/>
                </a:solidFill>
                <a:latin typeface="Helvetica Neue"/>
              </a:rPr>
              <a:t>How Much Can On-Device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ECEFF4"/>
                </a:solidFill>
                <a:latin typeface="Helvetica Neue"/>
              </a:rPr>
              <a:t>AI Models Do on a Mac?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A hands-on look at what's actually possible in 2026 — and what isn't.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A84FF"/>
                </a:solidFill>
                <a:latin typeface="Helvetica Neue"/>
              </a:rPr>
              <a:t>Tested live on a 16 GB MacBook · 5 backends · same prompts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The question every dev is 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CEFF4"/>
                </a:solidFill>
                <a:latin typeface="Helvetica Neue"/>
              </a:rPr>
              <a:t>•  Can I replace ChatGPT / Claude with something running on MY laptop?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CEFF4"/>
                </a:solidFill>
                <a:latin typeface="Helvetica Neue"/>
              </a:rPr>
              <a:t>•  Without an API key, without a subscription, without a network?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CEFF4"/>
                </a:solidFill>
                <a:latin typeface="Helvetica Neue"/>
              </a:rPr>
              <a:t>•  How close are we to that today — and on what hardware?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CEFF4"/>
                </a:solidFill>
                <a:latin typeface="Helvetica Neue"/>
              </a:rPr>
              <a:t>•  What's the honest gap between 'demo' and 'I'd ship this in production'?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Helvetica Neue"/>
              </a:rPr>
              <a:t>Today I'll answer with real numbers, not vibes.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Your options on a Mac in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ECEFF4"/>
                          </a:solidFill>
                          <a:latin typeface="Helvetica Neue"/>
                        </a:rPr>
                        <a:t>Where it runs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ECEFF4"/>
                          </a:solidFill>
                          <a:latin typeface="Helvetica Neue"/>
                        </a:rPr>
                        <a:t>What it is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ECEFF4"/>
                          </a:solidFill>
                          <a:latin typeface="Helvetica Neue"/>
                        </a:rPr>
                        <a:t>Network?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FoundationModels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Apple's pre-trained on-device LLM (~3B). Ships in macOS 26+.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 PCC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Apple's bigger model in Private Cloud Compute. macOS 27+.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Yes (attested)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Core AI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.aimodel files loaded by Apple's runtime. macOS 27+.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Ollama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llama.cpp daemon + GGUF models you `ollama pull`.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MLX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Apple-Silicon-tuned ML library for custom inference.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87832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Cloud APIs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Claude / OpenAI / Gemini. The 'control' in our comparison.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Helvetica Neue"/>
              </a:rPr>
              <a:t>I built one app with 5 of these as switchable backends, to compare apples-to-apples.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What 'on-device' actually means in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Apple Silicon: unified memory shared between CPU, GPU (Metal), and ANE (Neural Engine)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Models live in that pool — RAM is the binding constraint, not GPU VRAM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8 GB / 16 GB / 24 GB / 32 GB / 48 GB / 64 GB / 128 GB across the M-series lineup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Models range from 0.5B (fits in 1 GB) to 70B+ (needs 32-48 GB minimum)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Real perf depends on: model size · quantization · ANE vs GPU vs CPU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The hardware wall: RAM tier = which models you can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74765"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Mac RAM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Comfortable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Painful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Won't fit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</a:tr>
              <a:tr h="574765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8 GB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0.5–1B (chat toys)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3B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7B+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74765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16 GB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0.5–3B (Apple Intelligence sized)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7B (drops to CPU)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13B+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574765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24 GB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0.5–7B (most OSS models)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13B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30B+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74765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32 GB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0.5–13B (Llama 3 / Qwen 7B/14B)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32B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70B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574765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48 GB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up to 30B comfortably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70B Q4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74770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64–128 GB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70B comfortably; multiple at once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9F0A"/>
                </a:solidFill>
                <a:latin typeface="Helvetica Neue"/>
              </a:rPr>
              <a:t>→ 16 GB is the median dev machine. It's also where the gap with cloud is widest.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My setup for this talk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MacBook with 16 GB unified memory (Apple Silicon)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macOS 26.5 (Tahoe is 27 — Apple Intelligence works, PCC + Core AI runtime don't yet)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Custom SwiftUI IDE with a 5-backend chat picker: Claude · Apple · PCC · Ollama · Core AI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Models tested: Apple's built-in (~3B), qwen2.5:0.5b, qwen3:0.6b, qwen2.5-coder:1.5b, deepseek-coder:6.7b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All asking the same questions over the same project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Helvetica Neue"/>
              </a:rPr>
              <a:t>Goal: not benchmarks. 'Does this answer feel useful, and how long did I wait?'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Speed reality check — same prompt, different backends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32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91640"/>
          <a:ext cx="11612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600891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0B0F14"/>
                          </a:solidFill>
                          <a:latin typeface="Helvetica Neue"/>
                        </a:rPr>
                        <a:t>Backend / Model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0B0F14"/>
                          </a:solidFill>
                          <a:latin typeface="Helvetica Neue"/>
                        </a:rPr>
                        <a:t>First-token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0B0F14"/>
                          </a:solidFill>
                          <a:latin typeface="Helvetica Neue"/>
                        </a:rPr>
                        <a:t>Total reply (~150 tok)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0B0F14"/>
                          </a:solidFill>
                          <a:latin typeface="Helvetica Neue"/>
                        </a:rPr>
                        <a:t>Quality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0B0F14"/>
                          </a:solidFill>
                          <a:latin typeface="Helvetica Neue"/>
                        </a:rPr>
                        <a:t>Where it runs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</a:tr>
              <a:tr h="600891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Claude Sonnet (cloud)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~600 ms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~3 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Excellent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Anthropic API</a:t>
                      </a:r>
                    </a:p>
                  </a:txBody>
                  <a:tcPr>
                    <a:solidFill>
                      <a:srgbClr val="9AA4B2"/>
                    </a:solidFill>
                  </a:tcPr>
                </a:tc>
              </a:tr>
              <a:tr h="600891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Apple Intelligence on-device (3B)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~400 ms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~3 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Decent — chatty</a:t>
                      </a:r>
                    </a:p>
                  </a:txBody>
                  <a:tcPr>
                    <a:solidFill>
                      <a:srgbClr val="FFD60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ANE + Metal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</a:tr>
              <a:tr h="600891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qwen2.5:0.5b (Ollama)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~500 ms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~2 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Mediocre</a:t>
                      </a:r>
                    </a:p>
                  </a:txBody>
                  <a:tcPr>
                    <a:solidFill>
                      <a:srgbClr val="FFD60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Metal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</a:tr>
              <a:tr h="600891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qwen3:0.6b (Ollama)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~800 ms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~3 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Mediocre+</a:t>
                      </a:r>
                    </a:p>
                  </a:txBody>
                  <a:tcPr>
                    <a:solidFill>
                      <a:srgbClr val="FFD60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Metal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</a:tr>
              <a:tr h="600891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qwen2.5-coder:1.5b (Ollama)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~1.5 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~5–8 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Good, tool-using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Metal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</a:tr>
              <a:tr h="600894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deepseek-coder:6.7b (Ollama, 16GB)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~30 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~3 min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Good but unusable</a:t>
                      </a:r>
                    </a:p>
                  </a:txBody>
                  <a:tcPr>
                    <a:solidFill>
                      <a:srgbClr val="32D74D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CPU (RAM-evicted)</a:t>
                      </a:r>
                    </a:p>
                  </a:txBody>
                  <a:tcPr>
                    <a:solidFill>
                      <a:srgbClr val="FF45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32D74D"/>
                </a:solidFill>
                <a:latin typeface="Helvetica Neue"/>
              </a:rPr>
              <a:t>Key insight: 0.5–1.5B models on Apple Silicon are FAST. 6.7B on 16 GB is unusable.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What on-device DOES well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32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Code completion / inline suggestions (specialized 1–3B coder models)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Privacy-sensitive Q&amp;A (legal, medical, personal notes that can't leave the device)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Offline assistant — flights, basement, sketchy hotel wifi, oil rigs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Speech transcription (Whisper variants) — same quality as cloud, no upload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Image generation (Stable Diffusion via Core AI) — local Midjourney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Simple agents with pre-injected context (file Q&amp;A, journal summarization)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Anything you would have called 'good' from GPT-3.5 in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What on-device still struggles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Complex multi-step reasoning — small models hallucinate plausible-but-wrong logic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Long context (&gt;4–16K tokens) — most local models have small windows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Tool calling on tiny models — schema-aware but skips tools half the time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Anything needing world knowledge breadth — small models forget the tail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Frontier coding (large refactors, full-repo edits) — still cloud-only territory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Anything where 'feels like ChatGPT' is the bar — small model = smaller feel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The hidden cost no one warns you about: RAM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Apple Silicon shares ONE memory pool across CPU + GPU + ANE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 4 GB model loaded on Metal needs ~6 GB of free RAM (model + KV cache + buffers)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Chrome with 30 tabs eats ~6 GB. Slack ~2 GB. Discord ~1 GB. Your IDE ~3 GB.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Result: Ollama silently evicts the model to CPU when you're low on free RAM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Same model: 5 seconds → 3 minutes. Same hardware. Same prompt.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Tonight's screenshot: deepseek-coder:6.7b ran for 211 s with no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9F0A"/>
                </a:solidFill>
                <a:latin typeface="Helvetica Neue"/>
              </a:rPr>
              <a:t>Always quit Chrome before you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What Apple uniquely enables (the 26/27 era)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FoundationModels — 1 line of Swift, free, on-device, with tool calling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Private Cloud Compute — when on-device too small, Apple's bigger model with attested privacy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Core AI runtime — ship your own .aimodel inside your .app, no daemon, no install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Hardware-software co-design: every M-series gen jumps ANE TFLOPS substantially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Image inputs + structured output + tool API all in the macOS 27 SDK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Hybrid pattern: small fast on-device by default, PCC fallback for hard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What the open ecosystem adds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8160"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Tool</a:t>
                      </a:r>
                    </a:p>
                  </a:txBody>
                  <a:tcPr>
                    <a:solidFill>
                      <a:srgbClr val="BF5AF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What it's for</a:t>
                      </a:r>
                    </a:p>
                  </a:txBody>
                  <a:tcPr>
                    <a:solidFill>
                      <a:srgbClr val="BF5AF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Friction</a:t>
                      </a:r>
                    </a:p>
                  </a:txBody>
                  <a:tcPr>
                    <a:solidFill>
                      <a:srgbClr val="BF5AF2"/>
                    </a:solidFill>
                  </a:tcPr>
                </a:tc>
              </a:tr>
              <a:tr h="518160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Ollama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Try any GGUF model in 30 seconds. Best for experimentation.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Daemon install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18160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MLX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Apple-Silicon-tuned PyTorch-ish. Research / training.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Python required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518160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llama.cpp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Low-level. Cross-platform. The substrate Ollama runs on.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Build-it-yourself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18160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Hugging Face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The model catalog. Everything starts here.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Browser tabs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518160"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LM Studio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GUI for trying models. Good for non-CLI users.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Another app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Helvetica Neue"/>
              </a:rPr>
              <a:t>You can mix them. My IDE ships with Apple + Ollama + Core AI side by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Helvetica Neue"/>
              </a:rPr>
              <a:t>These aren't either/or. Your app can support both Apple's stack AND open-source.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The 2026 verdict — can on-device replace cloud?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4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Replace ChatGPT entirely on a 16 GB Mac?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856232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ECEFF4"/>
                </a:solidFill>
                <a:latin typeface="Helvetica Neue"/>
              </a:rPr>
              <a:t>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Replace it on a 64 GB+ Mac?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496312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B0F14"/>
                </a:solidFill>
                <a:latin typeface="Helvetica Neue"/>
              </a:rPr>
              <a:t>Almost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Specialized tasks (code complete, transcribe)?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136392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32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B0F14"/>
                </a:solidFill>
                <a:latin typeface="Helvetica Neue"/>
              </a:rPr>
              <a:t>Yes — better than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Privacy-critical assistant?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776472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32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B0F14"/>
                </a:solidFill>
                <a:latin typeface="Helvetica Neue"/>
              </a:rPr>
              <a:t>Yes — only 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'Feels like ChatGPT 4o' for general chat?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416552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B0F14"/>
                </a:solidFill>
                <a:latin typeface="Helvetica Neue"/>
              </a:rPr>
              <a:t>Not yet — wait 12-18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Offline / airplane / no-network use cases?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5056632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32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B0F14"/>
                </a:solidFill>
                <a:latin typeface="Helvetica Neue"/>
              </a:rPr>
              <a:t>Yes — finally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Practical advice for your next AI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91640"/>
          <a:ext cx="11612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If your feature is…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Use…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Why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</a:tr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Inline code completion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Small coder model on-device (Core AI / Ollama)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Latency matters; specialized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Spam / classification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FoundationModels (free)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Trivial for a 3B model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Summarize a 50-page PDF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Cloud or PCC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Long context = need big model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Anything privacy-sensitive (legal/medical)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On-device only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Liability + trust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'Feels like ChatGPT for normal users'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Cloud (still)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Quality gap is real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Speech transcription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Whisper via Core AI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Same quality as cloud, free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Image generation in app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SD via Core AI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Bundled, no daemon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487680"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You don't know yet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FoundationModels first, decide later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ECEFF4"/>
                          </a:solidFill>
                          <a:latin typeface="Helvetica Neue"/>
                        </a:rPr>
                        <a:t>Cheapest integration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What's coming — 12 to 24 months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M5 / M6 — bigger ANE, more memory bandwidth, more unified RAM per dollar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8B-class models matching GPT-4o-level quality on many tasks (already close)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Hybrid (on-device + PCC) becoming the default architecture for Apple apps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Vision-language models (multimodal) on-device — image understanding, not just generation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Longer context windows (32K → 128K) shrinking the 'must use cloud' set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Standard ANE-tuned model bundles → less Python export 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CEFF4"/>
                </a:solidFill>
                <a:latin typeface="Helvetica Neue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On-device on a Mac works — for the right tasks, on the right hardware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RAM is the wall: 16 GB caps you at 3B comfortably, 7B with pain, 13B+ no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Apple's stack (FoundationModels + PCC + Core AI) is the easiest integration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Open-source (Ollama / MLX / llama.cpp) gives you variety and offline freedom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The honest pattern in 2026: hybrid. Small on-device default, cloud or PCC fallback.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Don't believe demos on 96 GB M3 Maxes. Test on the median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0A84FF"/>
                </a:solidFill>
                <a:latin typeface="Helvetica Neue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Helvetica Neue"/>
              </a:rPr>
              <a:t>Demo IDE source: github.com/&lt;you&gt;/ide   (placeholder)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How Much Can On-Device AI Models Do on a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